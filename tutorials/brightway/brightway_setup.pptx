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63" r:id="rId1"/>
  </p:sldMasterIdLst>
  <p:notesMasterIdLst>
    <p:notesMasterId r:id="rId4"/>
  </p:notesMasterIdLst>
  <p:handoutMasterIdLst>
    <p:handoutMasterId r:id="rId5"/>
  </p:handoutMasterIdLst>
  <p:sldIdLst>
    <p:sldId id="269" r:id="rId2"/>
    <p:sldId id="258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ndra estrela" initials="r1" lastIdx="3" clrIdx="0"/>
  <p:cmAuthor id="1" name="Dominique Maxime" initials="DM" lastIdx="1" clrIdx="1">
    <p:extLst>
      <p:ext uri="{19B8F6BF-5375-455C-9EA6-DF929625EA0E}">
        <p15:presenceInfo xmlns:p15="http://schemas.microsoft.com/office/powerpoint/2012/main" userId="S::dominique.maxime@polymtl.ca::12fe6639-437d-4dfc-b052-0b953dd8bd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BB"/>
    <a:srgbClr val="C50000"/>
    <a:srgbClr val="C1CFE0"/>
    <a:srgbClr val="D3DDE9"/>
    <a:srgbClr val="7B99BA"/>
    <a:srgbClr val="2734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3AEF31-B1D2-4071-A77C-825B5567B2C1}" v="23" dt="2026-03-19T18:50:05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9" autoAdjust="0"/>
    <p:restoredTop sz="91598" autoAdjust="0"/>
  </p:normalViewPr>
  <p:slideViewPr>
    <p:cSldViewPr>
      <p:cViewPr varScale="1">
        <p:scale>
          <a:sx n="129" d="100"/>
          <a:sy n="129" d="100"/>
        </p:scale>
        <p:origin x="1374" y="114"/>
      </p:cViewPr>
      <p:guideLst>
        <p:guide orient="horz" pos="1620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rui Tang" userId="6a7a065f75d1a80f" providerId="LiveId" clId="{B4C91862-EF74-4643-ABC2-793E346A8937}"/>
    <pc:docChg chg="undo custSel delSld modSld">
      <pc:chgData name="Zirui Tang" userId="6a7a065f75d1a80f" providerId="LiveId" clId="{B4C91862-EF74-4643-ABC2-793E346A8937}" dt="2026-03-19T19:08:26.971" v="320" actId="2696"/>
      <pc:docMkLst>
        <pc:docMk/>
      </pc:docMkLst>
      <pc:sldChg chg="del">
        <pc:chgData name="Zirui Tang" userId="6a7a065f75d1a80f" providerId="LiveId" clId="{B4C91862-EF74-4643-ABC2-793E346A8937}" dt="2026-03-19T17:38:28.363" v="0" actId="2696"/>
        <pc:sldMkLst>
          <pc:docMk/>
          <pc:sldMk cId="2020535798" sldId="256"/>
        </pc:sldMkLst>
      </pc:sldChg>
      <pc:sldChg chg="addSp delSp modSp mod">
        <pc:chgData name="Zirui Tang" userId="6a7a065f75d1a80f" providerId="LiveId" clId="{B4C91862-EF74-4643-ABC2-793E346A8937}" dt="2026-03-19T18:50:49.660" v="319" actId="14100"/>
        <pc:sldMkLst>
          <pc:docMk/>
          <pc:sldMk cId="3571076680" sldId="258"/>
        </pc:sldMkLst>
        <pc:spChg chg="mod">
          <ac:chgData name="Zirui Tang" userId="6a7a065f75d1a80f" providerId="LiveId" clId="{B4C91862-EF74-4643-ABC2-793E346A8937}" dt="2026-03-19T18:49:45.058" v="300" actId="1076"/>
          <ac:spMkLst>
            <pc:docMk/>
            <pc:sldMk cId="3571076680" sldId="258"/>
            <ac:spMk id="2" creationId="{AB970F48-FECD-468B-BFB7-75D967FC708D}"/>
          </ac:spMkLst>
        </pc:spChg>
        <pc:spChg chg="mod">
          <ac:chgData name="Zirui Tang" userId="6a7a065f75d1a80f" providerId="LiveId" clId="{B4C91862-EF74-4643-ABC2-793E346A8937}" dt="2026-03-19T17:47:28.714" v="90" actId="20577"/>
          <ac:spMkLst>
            <pc:docMk/>
            <pc:sldMk cId="3571076680" sldId="258"/>
            <ac:spMk id="3" creationId="{464DDFC9-AA8B-4C8C-ABDF-94CDA3BB4814}"/>
          </ac:spMkLst>
        </pc:spChg>
        <pc:spChg chg="mod">
          <ac:chgData name="Zirui Tang" userId="6a7a065f75d1a80f" providerId="LiveId" clId="{B4C91862-EF74-4643-ABC2-793E346A8937}" dt="2026-03-19T17:40:37.272" v="20"/>
          <ac:spMkLst>
            <pc:docMk/>
            <pc:sldMk cId="3571076680" sldId="258"/>
            <ac:spMk id="4" creationId="{A4FBF38C-9650-4B0D-B6CF-213B95D6685C}"/>
          </ac:spMkLst>
        </pc:spChg>
        <pc:picChg chg="add del mod">
          <ac:chgData name="Zirui Tang" userId="6a7a065f75d1a80f" providerId="LiveId" clId="{B4C91862-EF74-4643-ABC2-793E346A8937}" dt="2026-03-19T18:22:11.513" v="148" actId="478"/>
          <ac:picMkLst>
            <pc:docMk/>
            <pc:sldMk cId="3571076680" sldId="258"/>
            <ac:picMk id="6" creationId="{CFEF4FFC-F60A-C880-2C6B-B9FBA9F5AF24}"/>
          </ac:picMkLst>
        </pc:picChg>
        <pc:picChg chg="del">
          <ac:chgData name="Zirui Tang" userId="6a7a065f75d1a80f" providerId="LiveId" clId="{B4C91862-EF74-4643-ABC2-793E346A8937}" dt="2026-03-19T18:03:38.150" v="98" actId="478"/>
          <ac:picMkLst>
            <pc:docMk/>
            <pc:sldMk cId="3571076680" sldId="258"/>
            <ac:picMk id="8" creationId="{6025E451-6AD7-6358-279E-25C743FD0DDB}"/>
          </ac:picMkLst>
        </pc:picChg>
        <pc:picChg chg="add del mod">
          <ac:chgData name="Zirui Tang" userId="6a7a065f75d1a80f" providerId="LiveId" clId="{B4C91862-EF74-4643-ABC2-793E346A8937}" dt="2026-03-19T18:22:15.094" v="151" actId="478"/>
          <ac:picMkLst>
            <pc:docMk/>
            <pc:sldMk cId="3571076680" sldId="258"/>
            <ac:picMk id="9" creationId="{AC889BDF-7F5E-E675-ADC6-45DE7C71F4DD}"/>
          </ac:picMkLst>
        </pc:picChg>
        <pc:picChg chg="del">
          <ac:chgData name="Zirui Tang" userId="6a7a065f75d1a80f" providerId="LiveId" clId="{B4C91862-EF74-4643-ABC2-793E346A8937}" dt="2026-03-19T18:03:45.143" v="101" actId="478"/>
          <ac:picMkLst>
            <pc:docMk/>
            <pc:sldMk cId="3571076680" sldId="258"/>
            <ac:picMk id="10" creationId="{B5D770A9-789D-6BD2-BE29-A27087EE2199}"/>
          </ac:picMkLst>
        </pc:picChg>
        <pc:picChg chg="del">
          <ac:chgData name="Zirui Tang" userId="6a7a065f75d1a80f" providerId="LiveId" clId="{B4C91862-EF74-4643-ABC2-793E346A8937}" dt="2026-03-19T18:03:45.143" v="101" actId="478"/>
          <ac:picMkLst>
            <pc:docMk/>
            <pc:sldMk cId="3571076680" sldId="258"/>
            <ac:picMk id="12" creationId="{9CBBF5E2-295A-0893-915B-3101AE57531C}"/>
          </ac:picMkLst>
        </pc:picChg>
        <pc:picChg chg="add del mod">
          <ac:chgData name="Zirui Tang" userId="6a7a065f75d1a80f" providerId="LiveId" clId="{B4C91862-EF74-4643-ABC2-793E346A8937}" dt="2026-03-19T18:22:15.884" v="152" actId="478"/>
          <ac:picMkLst>
            <pc:docMk/>
            <pc:sldMk cId="3571076680" sldId="258"/>
            <ac:picMk id="13" creationId="{C994BEED-AD71-1326-A402-1689CEE91105}"/>
          </ac:picMkLst>
        </pc:picChg>
        <pc:picChg chg="del">
          <ac:chgData name="Zirui Tang" userId="6a7a065f75d1a80f" providerId="LiveId" clId="{B4C91862-EF74-4643-ABC2-793E346A8937}" dt="2026-03-19T18:03:45.143" v="101" actId="478"/>
          <ac:picMkLst>
            <pc:docMk/>
            <pc:sldMk cId="3571076680" sldId="258"/>
            <ac:picMk id="14" creationId="{ECE67A5D-2F78-25CA-18E1-B007266C9811}"/>
          </ac:picMkLst>
        </pc:picChg>
        <pc:picChg chg="add del mod">
          <ac:chgData name="Zirui Tang" userId="6a7a065f75d1a80f" providerId="LiveId" clId="{B4C91862-EF74-4643-ABC2-793E346A8937}" dt="2026-03-19T18:22:16.566" v="153" actId="478"/>
          <ac:picMkLst>
            <pc:docMk/>
            <pc:sldMk cId="3571076680" sldId="258"/>
            <ac:picMk id="16" creationId="{D753212D-2FAC-D33F-5DE2-9B78C3956263}"/>
          </ac:picMkLst>
        </pc:picChg>
        <pc:picChg chg="add mod">
          <ac:chgData name="Zirui Tang" userId="6a7a065f75d1a80f" providerId="LiveId" clId="{B4C91862-EF74-4643-ABC2-793E346A8937}" dt="2026-03-19T18:50:31.708" v="314" actId="1076"/>
          <ac:picMkLst>
            <pc:docMk/>
            <pc:sldMk cId="3571076680" sldId="258"/>
            <ac:picMk id="18" creationId="{88CE1FA2-9EC0-E957-A619-8095BD06481C}"/>
          </ac:picMkLst>
        </pc:picChg>
        <pc:picChg chg="add mod">
          <ac:chgData name="Zirui Tang" userId="6a7a065f75d1a80f" providerId="LiveId" clId="{B4C91862-EF74-4643-ABC2-793E346A8937}" dt="2026-03-19T18:50:49.660" v="319" actId="14100"/>
          <ac:picMkLst>
            <pc:docMk/>
            <pc:sldMk cId="3571076680" sldId="258"/>
            <ac:picMk id="20" creationId="{0490B33B-393F-C9F1-F971-9B3A34E66291}"/>
          </ac:picMkLst>
        </pc:picChg>
        <pc:picChg chg="add mod">
          <ac:chgData name="Zirui Tang" userId="6a7a065f75d1a80f" providerId="LiveId" clId="{B4C91862-EF74-4643-ABC2-793E346A8937}" dt="2026-03-19T18:50:36.162" v="316" actId="1076"/>
          <ac:picMkLst>
            <pc:docMk/>
            <pc:sldMk cId="3571076680" sldId="258"/>
            <ac:picMk id="22" creationId="{E3B222F0-5A18-22DF-4CE0-9C3F3AAE3F15}"/>
          </ac:picMkLst>
        </pc:picChg>
        <pc:picChg chg="add del mod">
          <ac:chgData name="Zirui Tang" userId="6a7a065f75d1a80f" providerId="LiveId" clId="{B4C91862-EF74-4643-ABC2-793E346A8937}" dt="2026-03-19T18:49:54.780" v="303" actId="478"/>
          <ac:picMkLst>
            <pc:docMk/>
            <pc:sldMk cId="3571076680" sldId="258"/>
            <ac:picMk id="24" creationId="{D2A55662-6A6C-A9FA-5C5C-9BB3B156D3E4}"/>
          </ac:picMkLst>
        </pc:picChg>
        <pc:picChg chg="add del">
          <ac:chgData name="Zirui Tang" userId="6a7a065f75d1a80f" providerId="LiveId" clId="{B4C91862-EF74-4643-ABC2-793E346A8937}" dt="2026-03-19T18:50:14.621" v="310" actId="478"/>
          <ac:picMkLst>
            <pc:docMk/>
            <pc:sldMk cId="3571076680" sldId="258"/>
            <ac:picMk id="26" creationId="{BEB5CC66-7BC4-894E-3476-1EFD5A36CF03}"/>
          </ac:picMkLst>
        </pc:picChg>
        <pc:picChg chg="add mod modCrop">
          <ac:chgData name="Zirui Tang" userId="6a7a065f75d1a80f" providerId="LiveId" clId="{B4C91862-EF74-4643-ABC2-793E346A8937}" dt="2026-03-19T18:50:34.479" v="315" actId="1076"/>
          <ac:picMkLst>
            <pc:docMk/>
            <pc:sldMk cId="3571076680" sldId="258"/>
            <ac:picMk id="28" creationId="{13E943E9-E657-E715-495B-1DD3441E8EFD}"/>
          </ac:picMkLst>
        </pc:picChg>
        <pc:picChg chg="add mod modCrop">
          <ac:chgData name="Zirui Tang" userId="6a7a065f75d1a80f" providerId="LiveId" clId="{B4C91862-EF74-4643-ABC2-793E346A8937}" dt="2026-03-19T18:50:44.821" v="318" actId="732"/>
          <ac:picMkLst>
            <pc:docMk/>
            <pc:sldMk cId="3571076680" sldId="258"/>
            <ac:picMk id="29" creationId="{58575218-B45E-333B-DB12-9BA31FB6A7BC}"/>
          </ac:picMkLst>
        </pc:picChg>
      </pc:sldChg>
      <pc:sldChg chg="modSp del mod">
        <pc:chgData name="Zirui Tang" userId="6a7a065f75d1a80f" providerId="LiveId" clId="{B4C91862-EF74-4643-ABC2-793E346A8937}" dt="2026-03-19T18:34:09.926" v="205" actId="2696"/>
        <pc:sldMkLst>
          <pc:docMk/>
          <pc:sldMk cId="1528882969" sldId="259"/>
        </pc:sldMkLst>
        <pc:spChg chg="mod">
          <ac:chgData name="Zirui Tang" userId="6a7a065f75d1a80f" providerId="LiveId" clId="{B4C91862-EF74-4643-ABC2-793E346A8937}" dt="2026-03-19T17:40:37.272" v="20"/>
          <ac:spMkLst>
            <pc:docMk/>
            <pc:sldMk cId="1528882969" sldId="259"/>
            <ac:spMk id="3" creationId="{82DBD196-2B86-4B6D-B646-4CD116F9CCC2}"/>
          </ac:spMkLst>
        </pc:spChg>
        <pc:spChg chg="mod">
          <ac:chgData name="Zirui Tang" userId="6a7a065f75d1a80f" providerId="LiveId" clId="{B4C91862-EF74-4643-ABC2-793E346A8937}" dt="2026-03-19T17:40:37.272" v="20"/>
          <ac:spMkLst>
            <pc:docMk/>
            <pc:sldMk cId="1528882969" sldId="259"/>
            <ac:spMk id="4" creationId="{16D9969A-7ED7-4DDD-9272-AA3F4C138B9E}"/>
          </ac:spMkLst>
        </pc:spChg>
      </pc:sldChg>
      <pc:sldChg chg="modSp del mod">
        <pc:chgData name="Zirui Tang" userId="6a7a065f75d1a80f" providerId="LiveId" clId="{B4C91862-EF74-4643-ABC2-793E346A8937}" dt="2026-03-19T18:34:09.926" v="205" actId="2696"/>
        <pc:sldMkLst>
          <pc:docMk/>
          <pc:sldMk cId="4235629892" sldId="261"/>
        </pc:sldMkLst>
        <pc:spChg chg="mod">
          <ac:chgData name="Zirui Tang" userId="6a7a065f75d1a80f" providerId="LiveId" clId="{B4C91862-EF74-4643-ABC2-793E346A8937}" dt="2026-03-19T17:40:37.272" v="20"/>
          <ac:spMkLst>
            <pc:docMk/>
            <pc:sldMk cId="4235629892" sldId="261"/>
            <ac:spMk id="3" creationId="{78159AC8-4B2C-455B-A307-79A3B7DD223E}"/>
          </ac:spMkLst>
        </pc:spChg>
        <pc:spChg chg="mod">
          <ac:chgData name="Zirui Tang" userId="6a7a065f75d1a80f" providerId="LiveId" clId="{B4C91862-EF74-4643-ABC2-793E346A8937}" dt="2026-03-19T17:40:37.272" v="20"/>
          <ac:spMkLst>
            <pc:docMk/>
            <pc:sldMk cId="4235629892" sldId="261"/>
            <ac:spMk id="4" creationId="{78368AF5-1274-4F5D-A8F5-E23A952AC8F1}"/>
          </ac:spMkLst>
        </pc:spChg>
      </pc:sldChg>
      <pc:sldChg chg="modSp del mod">
        <pc:chgData name="Zirui Tang" userId="6a7a065f75d1a80f" providerId="LiveId" clId="{B4C91862-EF74-4643-ABC2-793E346A8937}" dt="2026-03-19T18:34:09.926" v="205" actId="2696"/>
        <pc:sldMkLst>
          <pc:docMk/>
          <pc:sldMk cId="2903124245" sldId="262"/>
        </pc:sldMkLst>
        <pc:spChg chg="mod">
          <ac:chgData name="Zirui Tang" userId="6a7a065f75d1a80f" providerId="LiveId" clId="{B4C91862-EF74-4643-ABC2-793E346A8937}" dt="2026-03-19T17:40:37.272" v="20"/>
          <ac:spMkLst>
            <pc:docMk/>
            <pc:sldMk cId="2903124245" sldId="262"/>
            <ac:spMk id="3" creationId="{78159AC8-4B2C-455B-A307-79A3B7DD223E}"/>
          </ac:spMkLst>
        </pc:spChg>
        <pc:spChg chg="mod">
          <ac:chgData name="Zirui Tang" userId="6a7a065f75d1a80f" providerId="LiveId" clId="{B4C91862-EF74-4643-ABC2-793E346A8937}" dt="2026-03-19T17:40:37.272" v="20"/>
          <ac:spMkLst>
            <pc:docMk/>
            <pc:sldMk cId="2903124245" sldId="262"/>
            <ac:spMk id="4" creationId="{78368AF5-1274-4F5D-A8F5-E23A952AC8F1}"/>
          </ac:spMkLst>
        </pc:spChg>
      </pc:sldChg>
      <pc:sldChg chg="modSp del mod">
        <pc:chgData name="Zirui Tang" userId="6a7a065f75d1a80f" providerId="LiveId" clId="{B4C91862-EF74-4643-ABC2-793E346A8937}" dt="2026-03-19T18:34:09.926" v="205" actId="2696"/>
        <pc:sldMkLst>
          <pc:docMk/>
          <pc:sldMk cId="4214942892" sldId="263"/>
        </pc:sldMkLst>
        <pc:spChg chg="mod">
          <ac:chgData name="Zirui Tang" userId="6a7a065f75d1a80f" providerId="LiveId" clId="{B4C91862-EF74-4643-ABC2-793E346A8937}" dt="2026-03-19T17:40:37.272" v="20"/>
          <ac:spMkLst>
            <pc:docMk/>
            <pc:sldMk cId="4214942892" sldId="263"/>
            <ac:spMk id="3" creationId="{D52CE416-0EB6-4FCA-8880-1092BDED4080}"/>
          </ac:spMkLst>
        </pc:spChg>
        <pc:spChg chg="mod">
          <ac:chgData name="Zirui Tang" userId="6a7a065f75d1a80f" providerId="LiveId" clId="{B4C91862-EF74-4643-ABC2-793E346A8937}" dt="2026-03-19T17:40:37.272" v="20"/>
          <ac:spMkLst>
            <pc:docMk/>
            <pc:sldMk cId="4214942892" sldId="263"/>
            <ac:spMk id="4" creationId="{AE49A8B1-70F3-4B04-AA6C-8AB967233856}"/>
          </ac:spMkLst>
        </pc:spChg>
      </pc:sldChg>
      <pc:sldChg chg="modSp del mod">
        <pc:chgData name="Zirui Tang" userId="6a7a065f75d1a80f" providerId="LiveId" clId="{B4C91862-EF74-4643-ABC2-793E346A8937}" dt="2026-03-19T18:34:09.926" v="205" actId="2696"/>
        <pc:sldMkLst>
          <pc:docMk/>
          <pc:sldMk cId="1394857480" sldId="264"/>
        </pc:sldMkLst>
        <pc:spChg chg="mod">
          <ac:chgData name="Zirui Tang" userId="6a7a065f75d1a80f" providerId="LiveId" clId="{B4C91862-EF74-4643-ABC2-793E346A8937}" dt="2026-03-19T17:40:37.272" v="20"/>
          <ac:spMkLst>
            <pc:docMk/>
            <pc:sldMk cId="1394857480" sldId="264"/>
            <ac:spMk id="3" creationId="{AFDAC613-4651-4357-904C-6051EA37A820}"/>
          </ac:spMkLst>
        </pc:spChg>
        <pc:spChg chg="mod">
          <ac:chgData name="Zirui Tang" userId="6a7a065f75d1a80f" providerId="LiveId" clId="{B4C91862-EF74-4643-ABC2-793E346A8937}" dt="2026-03-19T17:40:37.272" v="20"/>
          <ac:spMkLst>
            <pc:docMk/>
            <pc:sldMk cId="1394857480" sldId="264"/>
            <ac:spMk id="4" creationId="{6AB03262-DD16-43D7-86DA-2F547CCB3549}"/>
          </ac:spMkLst>
        </pc:spChg>
      </pc:sldChg>
      <pc:sldChg chg="modSp del mod">
        <pc:chgData name="Zirui Tang" userId="6a7a065f75d1a80f" providerId="LiveId" clId="{B4C91862-EF74-4643-ABC2-793E346A8937}" dt="2026-03-19T18:34:09.926" v="205" actId="2696"/>
        <pc:sldMkLst>
          <pc:docMk/>
          <pc:sldMk cId="3387592617" sldId="265"/>
        </pc:sldMkLst>
        <pc:spChg chg="mod">
          <ac:chgData name="Zirui Tang" userId="6a7a065f75d1a80f" providerId="LiveId" clId="{B4C91862-EF74-4643-ABC2-793E346A8937}" dt="2026-03-19T17:40:37.272" v="20"/>
          <ac:spMkLst>
            <pc:docMk/>
            <pc:sldMk cId="3387592617" sldId="265"/>
            <ac:spMk id="3" creationId="{96C870F0-D6B7-4022-8440-1687EE64142D}"/>
          </ac:spMkLst>
        </pc:spChg>
        <pc:spChg chg="mod">
          <ac:chgData name="Zirui Tang" userId="6a7a065f75d1a80f" providerId="LiveId" clId="{B4C91862-EF74-4643-ABC2-793E346A8937}" dt="2026-03-19T17:40:37.272" v="20"/>
          <ac:spMkLst>
            <pc:docMk/>
            <pc:sldMk cId="3387592617" sldId="265"/>
            <ac:spMk id="4" creationId="{3BDC8CAF-19D6-413A-B2FF-75E9D94D4D5E}"/>
          </ac:spMkLst>
        </pc:spChg>
      </pc:sldChg>
      <pc:sldChg chg="modSp del mod">
        <pc:chgData name="Zirui Tang" userId="6a7a065f75d1a80f" providerId="LiveId" clId="{B4C91862-EF74-4643-ABC2-793E346A8937}" dt="2026-03-19T18:34:09.926" v="205" actId="2696"/>
        <pc:sldMkLst>
          <pc:docMk/>
          <pc:sldMk cId="1366764583" sldId="266"/>
        </pc:sldMkLst>
        <pc:spChg chg="mod">
          <ac:chgData name="Zirui Tang" userId="6a7a065f75d1a80f" providerId="LiveId" clId="{B4C91862-EF74-4643-ABC2-793E346A8937}" dt="2026-03-19T17:40:37.272" v="20"/>
          <ac:spMkLst>
            <pc:docMk/>
            <pc:sldMk cId="1366764583" sldId="266"/>
            <ac:spMk id="3" creationId="{00EA2D5E-6AD1-4E3A-AE3B-A1A0FCDCCF9B}"/>
          </ac:spMkLst>
        </pc:spChg>
        <pc:spChg chg="mod">
          <ac:chgData name="Zirui Tang" userId="6a7a065f75d1a80f" providerId="LiveId" clId="{B4C91862-EF74-4643-ABC2-793E346A8937}" dt="2026-03-19T17:40:37.272" v="20"/>
          <ac:spMkLst>
            <pc:docMk/>
            <pc:sldMk cId="1366764583" sldId="266"/>
            <ac:spMk id="4" creationId="{DEEEB824-F90E-45F9-9EF8-DFABED9DBF52}"/>
          </ac:spMkLst>
        </pc:spChg>
      </pc:sldChg>
      <pc:sldChg chg="modSp del mod">
        <pc:chgData name="Zirui Tang" userId="6a7a065f75d1a80f" providerId="LiveId" clId="{B4C91862-EF74-4643-ABC2-793E346A8937}" dt="2026-03-19T18:34:09.926" v="205" actId="2696"/>
        <pc:sldMkLst>
          <pc:docMk/>
          <pc:sldMk cId="2019890975" sldId="267"/>
        </pc:sldMkLst>
        <pc:spChg chg="mod">
          <ac:chgData name="Zirui Tang" userId="6a7a065f75d1a80f" providerId="LiveId" clId="{B4C91862-EF74-4643-ABC2-793E346A8937}" dt="2026-03-19T17:40:37.272" v="20"/>
          <ac:spMkLst>
            <pc:docMk/>
            <pc:sldMk cId="2019890975" sldId="267"/>
            <ac:spMk id="3" creationId="{E86C42D2-9C68-429B-99DE-CE631F9600FB}"/>
          </ac:spMkLst>
        </pc:spChg>
        <pc:spChg chg="mod">
          <ac:chgData name="Zirui Tang" userId="6a7a065f75d1a80f" providerId="LiveId" clId="{B4C91862-EF74-4643-ABC2-793E346A8937}" dt="2026-03-19T17:40:37.272" v="20"/>
          <ac:spMkLst>
            <pc:docMk/>
            <pc:sldMk cId="2019890975" sldId="267"/>
            <ac:spMk id="4" creationId="{A885875A-CB0F-4129-BE42-47D2937594F3}"/>
          </ac:spMkLst>
        </pc:spChg>
      </pc:sldChg>
      <pc:sldChg chg="modSp del mod">
        <pc:chgData name="Zirui Tang" userId="6a7a065f75d1a80f" providerId="LiveId" clId="{B4C91862-EF74-4643-ABC2-793E346A8937}" dt="2026-03-19T19:08:26.971" v="320" actId="2696"/>
        <pc:sldMkLst>
          <pc:docMk/>
          <pc:sldMk cId="1122569612" sldId="268"/>
        </pc:sldMkLst>
        <pc:spChg chg="mod">
          <ac:chgData name="Zirui Tang" userId="6a7a065f75d1a80f" providerId="LiveId" clId="{B4C91862-EF74-4643-ABC2-793E346A8937}" dt="2026-03-19T17:40:37.272" v="20"/>
          <ac:spMkLst>
            <pc:docMk/>
            <pc:sldMk cId="1122569612" sldId="268"/>
            <ac:spMk id="3" creationId="{23BEA8F7-A1B7-4CA7-BBFF-6D50701AAE89}"/>
          </ac:spMkLst>
        </pc:spChg>
        <pc:spChg chg="mod">
          <ac:chgData name="Zirui Tang" userId="6a7a065f75d1a80f" providerId="LiveId" clId="{B4C91862-EF74-4643-ABC2-793E346A8937}" dt="2026-03-19T17:40:37.272" v="20"/>
          <ac:spMkLst>
            <pc:docMk/>
            <pc:sldMk cId="1122569612" sldId="268"/>
            <ac:spMk id="4" creationId="{4A63F8D1-81CD-473A-A313-79EF4FE6D5DE}"/>
          </ac:spMkLst>
        </pc:spChg>
      </pc:sldChg>
      <pc:sldChg chg="modSp mod">
        <pc:chgData name="Zirui Tang" userId="6a7a065f75d1a80f" providerId="LiveId" clId="{B4C91862-EF74-4643-ABC2-793E346A8937}" dt="2026-03-19T18:29:30.998" v="187" actId="404"/>
        <pc:sldMkLst>
          <pc:docMk/>
          <pc:sldMk cId="3120456035" sldId="269"/>
        </pc:sldMkLst>
        <pc:spChg chg="mod">
          <ac:chgData name="Zirui Tang" userId="6a7a065f75d1a80f" providerId="LiveId" clId="{B4C91862-EF74-4643-ABC2-793E346A8937}" dt="2026-03-19T17:41:04.412" v="30" actId="20577"/>
          <ac:spMkLst>
            <pc:docMk/>
            <pc:sldMk cId="3120456035" sldId="269"/>
            <ac:spMk id="3" creationId="{27F94C77-1465-49F1-809E-8D50CF2BCEE3}"/>
          </ac:spMkLst>
        </pc:spChg>
        <pc:spChg chg="mod">
          <ac:chgData name="Zirui Tang" userId="6a7a065f75d1a80f" providerId="LiveId" clId="{B4C91862-EF74-4643-ABC2-793E346A8937}" dt="2026-03-19T17:40:37.272" v="20"/>
          <ac:spMkLst>
            <pc:docMk/>
            <pc:sldMk cId="3120456035" sldId="269"/>
            <ac:spMk id="4" creationId="{65C788A1-74FE-47FA-A4CB-6FA52C31FDE2}"/>
          </ac:spMkLst>
        </pc:spChg>
        <pc:spChg chg="mod">
          <ac:chgData name="Zirui Tang" userId="6a7a065f75d1a80f" providerId="LiveId" clId="{B4C91862-EF74-4643-ABC2-793E346A8937}" dt="2026-03-19T18:29:30.998" v="187" actId="404"/>
          <ac:spMkLst>
            <pc:docMk/>
            <pc:sldMk cId="3120456035" sldId="269"/>
            <ac:spMk id="5" creationId="{C47AE876-F2FF-43F9-ABC0-5CFF64C31BD5}"/>
          </ac:spMkLst>
        </pc:spChg>
      </pc:sldChg>
      <pc:sldChg chg="del">
        <pc:chgData name="Zirui Tang" userId="6a7a065f75d1a80f" providerId="LiveId" clId="{B4C91862-EF74-4643-ABC2-793E346A8937}" dt="2026-03-19T17:39:01.973" v="1" actId="2696"/>
        <pc:sldMkLst>
          <pc:docMk/>
          <pc:sldMk cId="4056861458" sldId="27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01CA413-B44D-1741-8C3C-F75AB2BB5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164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Cliquez pour modifier les styles du texte du masque</a:t>
            </a:r>
          </a:p>
          <a:p>
            <a:pPr lvl="1"/>
            <a:r>
              <a:rPr lang="en-US"/>
              <a:t>Deuxième niveau</a:t>
            </a:r>
          </a:p>
          <a:p>
            <a:pPr lvl="2"/>
            <a:r>
              <a:rPr lang="en-US"/>
              <a:t>Troisième niveau</a:t>
            </a:r>
          </a:p>
          <a:p>
            <a:pPr lvl="3"/>
            <a:r>
              <a:rPr lang="en-US"/>
              <a:t>Quatrième niveau</a:t>
            </a:r>
          </a:p>
          <a:p>
            <a:pPr lvl="4"/>
            <a:r>
              <a:rPr lang="en-US"/>
              <a:t>Cinquième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CBEEF74-11E6-5645-9708-016B5BB2CCC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61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125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08108" algn="l" rtl="0" fontAlgn="base">
      <a:spcBef>
        <a:spcPct val="30000"/>
      </a:spcBef>
      <a:spcAft>
        <a:spcPct val="0"/>
      </a:spcAft>
      <a:defRPr sz="1125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816216" algn="l" rtl="0" fontAlgn="base">
      <a:spcBef>
        <a:spcPct val="30000"/>
      </a:spcBef>
      <a:spcAft>
        <a:spcPct val="0"/>
      </a:spcAft>
      <a:defRPr sz="1125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224324" algn="l" rtl="0" fontAlgn="base">
      <a:spcBef>
        <a:spcPct val="30000"/>
      </a:spcBef>
      <a:spcAft>
        <a:spcPct val="0"/>
      </a:spcAft>
      <a:defRPr sz="1125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632434" algn="l" rtl="0" fontAlgn="base">
      <a:spcBef>
        <a:spcPct val="30000"/>
      </a:spcBef>
      <a:spcAft>
        <a:spcPct val="0"/>
      </a:spcAft>
      <a:defRPr sz="1125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040541" algn="l" defTabSz="408108" rtl="0" eaLnBrk="1" latinLnBrk="0" hangingPunct="1">
      <a:defRPr sz="1125" kern="1200">
        <a:solidFill>
          <a:schemeClr val="tx1"/>
        </a:solidFill>
        <a:latin typeface="+mn-lt"/>
        <a:ea typeface="+mn-ea"/>
        <a:cs typeface="+mn-cs"/>
      </a:defRPr>
    </a:lvl6pPr>
    <a:lvl7pPr marL="2448649" algn="l" defTabSz="408108" rtl="0" eaLnBrk="1" latinLnBrk="0" hangingPunct="1">
      <a:defRPr sz="1125" kern="1200">
        <a:solidFill>
          <a:schemeClr val="tx1"/>
        </a:solidFill>
        <a:latin typeface="+mn-lt"/>
        <a:ea typeface="+mn-ea"/>
        <a:cs typeface="+mn-cs"/>
      </a:defRPr>
    </a:lvl7pPr>
    <a:lvl8pPr marL="2856757" algn="l" defTabSz="408108" rtl="0" eaLnBrk="1" latinLnBrk="0" hangingPunct="1">
      <a:defRPr sz="1125" kern="1200">
        <a:solidFill>
          <a:schemeClr val="tx1"/>
        </a:solidFill>
        <a:latin typeface="+mn-lt"/>
        <a:ea typeface="+mn-ea"/>
        <a:cs typeface="+mn-cs"/>
      </a:defRPr>
    </a:lvl8pPr>
    <a:lvl9pPr marL="3264865" algn="l" defTabSz="408108" rtl="0" eaLnBrk="1" latinLnBrk="0" hangingPunct="1">
      <a:defRPr sz="112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E7D4-76CD-AE22-2A6E-B8E8DA053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25875-EC73-DE30-2184-37085B018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3833-B736-29E2-7775-3A85631FA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4133-F15D-4EA7-BDB9-7E7149045776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0CC6E-4ACD-CD73-4AD3-BE83C47B3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4B71E-0A88-7693-CB2F-6A231DB86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75453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DBEE-D76D-623F-EF5C-E3FB1136B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ABE96-A82F-E317-D215-B0F4B1E91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658C3-0199-974C-9C63-22AAF2BD2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4133-F15D-4EA7-BDB9-7E7149045776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314A4-E8FE-2A93-5599-505762BB4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D52BD-0046-F508-9CC7-A93EF016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74464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7ACCA-38F9-DE27-A468-9BA510EB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D1DDF-5C31-9EFA-B603-F204DBE49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CED9F-EA66-1B05-D74F-6A0EBC1D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4133-F15D-4EA7-BDB9-7E7149045776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2393B-6234-AF51-7D95-85B3B8F0F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FB1CD-4D4A-C915-58D4-D51F3883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97777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8EA60-A24B-130C-138F-6A69C9F85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1A8B-D55B-A43A-D4AC-7947F5DF9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ABE93-BA22-27ED-62AE-2097C970D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51CB2-17AF-7CF8-F02A-380A617E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4133-F15D-4EA7-BDB9-7E7149045776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E9ADD-446B-AF0A-BFB5-EB5884FB3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D571C-5241-72A1-F059-7A9587BA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97874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B424-D121-B020-FEFA-992E148AF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3CE01-1589-D4DD-EB70-90D31EEBB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B3047-8330-B4AC-79DE-5138B8E98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18DA6-AD63-13E8-80B0-BB02F530A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1F152B-D290-EFED-51DC-50323DD57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8EC06B-86A4-6222-695E-9DFD90C1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4133-F15D-4EA7-BDB9-7E7149045776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9778FA-C14F-1D1F-3C37-675C45D4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FCB7F-ACB5-9E56-7DFB-678A44E25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61198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63AA-B7F6-C7FA-5DB4-395DDDB4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E2E887-FD64-ED75-5EC0-A3686B2DC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4133-F15D-4EA7-BDB9-7E7149045776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3B363-E669-D05E-90E9-67A473BAA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E73A6-4864-42E8-1A4E-C863DBED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30753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62A89D-AA0F-A293-04F7-9D6B9553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4133-F15D-4EA7-BDB9-7E7149045776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973491-5322-0DD6-9C9B-A66E1E69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075FB-D608-2AF7-27AA-2D7E36C8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73355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4BDA-8D4A-B887-7FDF-6B8E6FED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AC949-CDAD-7679-D522-6259066C1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22D8B-F2D3-F459-C2FD-D3DC44327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72197-2A52-F479-40FB-0497B10EB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4133-F15D-4EA7-BDB9-7E7149045776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5EA76-6B8C-3CC9-8662-E42E40106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27FB9-3464-43F0-A146-9E4F898A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01334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4114-EAED-52FC-A0A3-79AECFC5F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61F87-126B-3070-9333-2A38A1C02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6DFB8C-8208-BB2F-B9C2-B8C7D64E7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0B354-E306-C2E6-7396-DF5F997B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4133-F15D-4EA7-BDB9-7E7149045776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5E498-7F99-152C-6477-399BD3296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2B464-D8BD-2BCE-F90D-74EDE285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689040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FB3F-4D05-6B5A-89B1-19CB48FC8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1A535-13A3-6563-A635-E460EB6C5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81B47-9B59-F832-EA52-74AB811A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4133-F15D-4EA7-BDB9-7E7149045776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235BD-9069-2C0C-118F-488C408B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9D390-35FF-796E-0B88-395215B69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681294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2F08DE-4D33-1AA0-4976-01ACF31E2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852FF7-1675-4327-2861-CABFA8652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02792-67AE-9339-46F5-738A1449D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4133-F15D-4EA7-BDB9-7E7149045776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D5BE7-3902-AAC6-FA5D-0F1BB3C3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7331A-B2FA-BDB2-84B4-770EF940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752859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95536" y="771550"/>
            <a:ext cx="8353177" cy="1273286"/>
          </a:xfrm>
        </p:spPr>
        <p:txBody>
          <a:bodyPr>
            <a:spAutoFit/>
          </a:bodyPr>
          <a:lstStyle>
            <a:lvl1pPr>
              <a:defRPr>
                <a:latin typeface="Calibri"/>
                <a:cs typeface="Calibri"/>
              </a:defRPr>
            </a:lvl1pPr>
            <a:lvl2pPr>
              <a:defRPr>
                <a:latin typeface="Calibri"/>
                <a:cs typeface="Calibri"/>
              </a:defRPr>
            </a:lvl2pPr>
            <a:lvl3pPr>
              <a:defRPr>
                <a:latin typeface="Calibri"/>
                <a:cs typeface="Calibri"/>
              </a:defRPr>
            </a:lvl3pPr>
            <a:lvl4pPr>
              <a:defRPr>
                <a:latin typeface="Calibri"/>
                <a:cs typeface="Calibri"/>
              </a:defRPr>
            </a:lvl4pPr>
            <a:lvl5pPr>
              <a:defRPr>
                <a:latin typeface="Calibri"/>
                <a:cs typeface="Calibri"/>
              </a:defRPr>
            </a:lvl5pPr>
          </a:lstStyle>
          <a:p>
            <a:pPr lvl="0"/>
            <a:r>
              <a:rPr lang="en-US" noProof="0"/>
              <a:t>Click to modify content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95536" y="134045"/>
            <a:ext cx="8353177" cy="421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08829" tIns="54414" rIns="108829" bIns="54414" numCol="1" anchor="ctr" anchorCtr="0" compatLnSpc="1">
            <a:prstTxWarp prst="textNoShape">
              <a:avLst/>
            </a:prstTxWarp>
          </a:bodyPr>
          <a:lstStyle>
            <a:lvl1pPr>
              <a:defRPr>
                <a:latin typeface="Calibri"/>
                <a:cs typeface="Calibri"/>
              </a:defRPr>
            </a:lvl1pPr>
          </a:lstStyle>
          <a:p>
            <a:pPr lvl="0"/>
            <a:r>
              <a:rPr lang="en-US" noProof="0"/>
              <a:t>CLICK TO MODIFY TITLE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51520" y="4803998"/>
            <a:ext cx="864493" cy="273845"/>
          </a:xfrm>
          <a:prstGeom prst="rect">
            <a:avLst/>
          </a:prstGeom>
        </p:spPr>
        <p:txBody>
          <a:bodyPr vert="horz" lIns="108829" tIns="54414" rIns="108829" bIns="54414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031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/>
          <p:cNvPicPr>
            <a:picLocks noChangeAspect="1"/>
          </p:cNvPicPr>
          <p:nvPr userDrawn="1"/>
        </p:nvPicPr>
        <p:blipFill rotWithShape="1">
          <a:blip r:embed="rId2"/>
          <a:srcRect l="-1" t="-1" r="3369" b="3597"/>
          <a:stretch/>
        </p:blipFill>
        <p:spPr>
          <a:xfrm>
            <a:off x="5775727" y="2002556"/>
            <a:ext cx="3368273" cy="3140184"/>
          </a:xfrm>
          <a:prstGeom prst="rect">
            <a:avLst/>
          </a:prstGeom>
        </p:spPr>
      </p:pic>
      <p:sp>
        <p:nvSpPr>
          <p:cNvPr id="149539" name="Oval 35"/>
          <p:cNvSpPr>
            <a:spLocks noChangeArrowheads="1"/>
          </p:cNvSpPr>
          <p:nvPr/>
        </p:nvSpPr>
        <p:spPr bwMode="auto">
          <a:xfrm>
            <a:off x="7829552" y="2078833"/>
            <a:ext cx="180975" cy="135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1622" tIns="40811" rIns="81622" bIns="40811" anchor="ctr"/>
          <a:lstStyle/>
          <a:p>
            <a:endParaRPr lang="fr-FR"/>
          </a:p>
        </p:txBody>
      </p:sp>
      <p:sp>
        <p:nvSpPr>
          <p:cNvPr id="149541" name="Rectangle 37"/>
          <p:cNvSpPr>
            <a:spLocks noChangeArrowheads="1"/>
          </p:cNvSpPr>
          <p:nvPr/>
        </p:nvSpPr>
        <p:spPr bwMode="auto">
          <a:xfrm>
            <a:off x="8921751" y="1257300"/>
            <a:ext cx="222250" cy="342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1622" tIns="40811" rIns="81622" bIns="40811" anchor="ctr"/>
          <a:lstStyle/>
          <a:p>
            <a:endParaRPr lang="fr-FR"/>
          </a:p>
        </p:txBody>
      </p:sp>
      <p:sp>
        <p:nvSpPr>
          <p:cNvPr id="21" name="Oval 35"/>
          <p:cNvSpPr>
            <a:spLocks noChangeArrowheads="1"/>
          </p:cNvSpPr>
          <p:nvPr userDrawn="1"/>
        </p:nvSpPr>
        <p:spPr bwMode="auto">
          <a:xfrm>
            <a:off x="7829552" y="2078833"/>
            <a:ext cx="180975" cy="135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1622" tIns="40811" rIns="81622" bIns="40811" anchor="ctr"/>
          <a:lstStyle/>
          <a:p>
            <a:endParaRPr lang="fr-FR"/>
          </a:p>
        </p:txBody>
      </p:sp>
      <p:sp>
        <p:nvSpPr>
          <p:cNvPr id="25" name="Rectangle 37"/>
          <p:cNvSpPr>
            <a:spLocks noChangeArrowheads="1"/>
          </p:cNvSpPr>
          <p:nvPr userDrawn="1"/>
        </p:nvSpPr>
        <p:spPr bwMode="auto">
          <a:xfrm>
            <a:off x="8921751" y="1257300"/>
            <a:ext cx="222250" cy="342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1622" tIns="40811" rIns="81622" bIns="40811" anchor="ctr"/>
          <a:lstStyle/>
          <a:p>
            <a:endParaRPr lang="fr-FR"/>
          </a:p>
        </p:txBody>
      </p:sp>
      <p:sp>
        <p:nvSpPr>
          <p:cNvPr id="26" name="Rectangle 25"/>
          <p:cNvSpPr/>
          <p:nvPr userDrawn="1"/>
        </p:nvSpPr>
        <p:spPr>
          <a:xfrm>
            <a:off x="192025" y="1131590"/>
            <a:ext cx="8741664" cy="870966"/>
          </a:xfrm>
          <a:prstGeom prst="rect">
            <a:avLst/>
          </a:prstGeom>
          <a:solidFill>
            <a:srgbClr val="009F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22" tIns="40811" rIns="81622" bIns="40811"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5F2211-FEE2-49DF-8B4E-576595F9D7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2840" y="182772"/>
            <a:ext cx="2702976" cy="7174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467B18-B438-4801-8D09-3B7DFAC500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96471" y="4353762"/>
            <a:ext cx="1495209" cy="6069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395536" y="771550"/>
            <a:ext cx="4032002" cy="386890"/>
          </a:xfrm>
        </p:spPr>
        <p:txBody>
          <a:bodyPr anchor="b"/>
          <a:lstStyle>
            <a:lvl1pPr marL="0" indent="0">
              <a:buNone/>
              <a:defRPr sz="1800" b="1" baseline="0"/>
            </a:lvl1pPr>
            <a:lvl2pPr marL="408108" indent="0">
              <a:buNone/>
              <a:defRPr sz="1800" b="1"/>
            </a:lvl2pPr>
            <a:lvl3pPr marL="816216" indent="0">
              <a:buNone/>
              <a:defRPr sz="1575" b="1"/>
            </a:lvl3pPr>
            <a:lvl4pPr marL="1224324" indent="0">
              <a:buNone/>
              <a:defRPr sz="1350" b="1"/>
            </a:lvl4pPr>
            <a:lvl5pPr marL="1632434" indent="0">
              <a:buNone/>
              <a:defRPr sz="1350" b="1"/>
            </a:lvl5pPr>
            <a:lvl6pPr marL="2040541" indent="0">
              <a:buNone/>
              <a:defRPr sz="1350" b="1"/>
            </a:lvl6pPr>
            <a:lvl7pPr marL="2448649" indent="0">
              <a:buNone/>
              <a:defRPr sz="1350" b="1"/>
            </a:lvl7pPr>
            <a:lvl8pPr marL="2856757" indent="0">
              <a:buNone/>
              <a:defRPr sz="1350" b="1"/>
            </a:lvl8pPr>
            <a:lvl9pPr marL="3264865" indent="0">
              <a:buNone/>
              <a:defRPr sz="1350" b="1"/>
            </a:lvl9pPr>
          </a:lstStyle>
          <a:p>
            <a:pPr lvl="0"/>
            <a:r>
              <a:rPr lang="en-US" noProof="0"/>
              <a:t>Click to modify content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395536" y="1203598"/>
            <a:ext cx="4032002" cy="1273286"/>
          </a:xfrm>
        </p:spPr>
        <p:txBody>
          <a:bodyPr/>
          <a:lstStyle>
            <a:lvl1pPr>
              <a:defRPr sz="1800">
                <a:latin typeface="Calibri"/>
                <a:cs typeface="Calibri"/>
              </a:defRPr>
            </a:lvl1pPr>
            <a:lvl2pPr>
              <a:defRPr sz="1800">
                <a:latin typeface="Calibri"/>
                <a:cs typeface="Calibri"/>
              </a:defRPr>
            </a:lvl2pPr>
            <a:lvl3pPr>
              <a:defRPr sz="1600">
                <a:latin typeface="Calibri"/>
                <a:cs typeface="Calibri"/>
              </a:defRPr>
            </a:lvl3pPr>
            <a:lvl4pPr>
              <a:defRPr sz="1400">
                <a:latin typeface="Calibri"/>
                <a:cs typeface="Calibri"/>
              </a:defRPr>
            </a:lvl4pPr>
            <a:lvl5pPr>
              <a:defRPr sz="1350">
                <a:latin typeface="Calibri"/>
                <a:cs typeface="Calibri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modify content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716463" y="771550"/>
            <a:ext cx="4032001" cy="38689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408108" indent="0">
              <a:buNone/>
              <a:defRPr sz="1800" b="1"/>
            </a:lvl2pPr>
            <a:lvl3pPr marL="816216" indent="0">
              <a:buNone/>
              <a:defRPr sz="1575" b="1"/>
            </a:lvl3pPr>
            <a:lvl4pPr marL="1224324" indent="0">
              <a:buNone/>
              <a:defRPr sz="1350" b="1"/>
            </a:lvl4pPr>
            <a:lvl5pPr marL="1632434" indent="0">
              <a:buNone/>
              <a:defRPr sz="1350" b="1"/>
            </a:lvl5pPr>
            <a:lvl6pPr marL="2040541" indent="0">
              <a:buNone/>
              <a:defRPr sz="1350" b="1"/>
            </a:lvl6pPr>
            <a:lvl7pPr marL="2448649" indent="0">
              <a:buNone/>
              <a:defRPr sz="1350" b="1"/>
            </a:lvl7pPr>
            <a:lvl8pPr marL="2856757" indent="0">
              <a:buNone/>
              <a:defRPr sz="1350" b="1"/>
            </a:lvl8pPr>
            <a:lvl9pPr marL="3264865" indent="0">
              <a:buNone/>
              <a:defRPr sz="1350" b="1"/>
            </a:lvl9pPr>
          </a:lstStyle>
          <a:p>
            <a:pPr lvl="0"/>
            <a:r>
              <a:rPr lang="en-US" noProof="0"/>
              <a:t>Click to modify content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716463" y="1203598"/>
            <a:ext cx="4032001" cy="1273286"/>
          </a:xfrm>
        </p:spPr>
        <p:txBody>
          <a:bodyPr/>
          <a:lstStyle>
            <a:lvl1pPr>
              <a:defRPr sz="1800">
                <a:latin typeface="Calibri"/>
                <a:cs typeface="Calibri"/>
              </a:defRPr>
            </a:lvl1pPr>
            <a:lvl2pPr>
              <a:defRPr sz="1800">
                <a:latin typeface="Calibri"/>
                <a:cs typeface="Calibri"/>
              </a:defRPr>
            </a:lvl2pPr>
            <a:lvl3pPr>
              <a:defRPr sz="1600">
                <a:latin typeface="Calibri"/>
                <a:cs typeface="Calibri"/>
              </a:defRPr>
            </a:lvl3pPr>
            <a:lvl4pPr>
              <a:defRPr sz="1400">
                <a:latin typeface="Calibri"/>
                <a:cs typeface="Calibri"/>
              </a:defRPr>
            </a:lvl4pPr>
            <a:lvl5pPr>
              <a:defRPr sz="1350">
                <a:latin typeface="Calibri"/>
                <a:cs typeface="Calibri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modify content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95536" y="134045"/>
            <a:ext cx="8353177" cy="421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08829" tIns="54414" rIns="108829" bIns="544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MODIFY TITLE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10"/>
          </p:nvPr>
        </p:nvSpPr>
        <p:spPr>
          <a:xfrm>
            <a:off x="251520" y="4803998"/>
            <a:ext cx="864493" cy="273845"/>
          </a:xfrm>
          <a:prstGeom prst="rect">
            <a:avLst/>
          </a:prstGeom>
        </p:spPr>
        <p:txBody>
          <a:bodyPr vert="horz" lIns="108829" tIns="54414" rIns="108829" bIns="54414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8412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89" userDrawn="1">
          <p15:clr>
            <a:srgbClr val="FBAE40"/>
          </p15:clr>
        </p15:guide>
        <p15:guide id="2" pos="297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51520" y="4803775"/>
            <a:ext cx="864493" cy="273845"/>
          </a:xfrm>
          <a:prstGeom prst="rect">
            <a:avLst/>
          </a:prstGeom>
        </p:spPr>
        <p:txBody>
          <a:bodyPr vert="horz" lIns="108829" tIns="54414" rIns="108829" bIns="54414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4" name="Image 3" descr="CIRAIG_coul_eng_websi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163" y="4808753"/>
            <a:ext cx="1201406" cy="2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130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4"/>
          <p:cNvSpPr>
            <a:spLocks noChangeArrowheads="1"/>
          </p:cNvSpPr>
          <p:nvPr userDrawn="1"/>
        </p:nvSpPr>
        <p:spPr bwMode="auto">
          <a:xfrm>
            <a:off x="254002" y="161925"/>
            <a:ext cx="8674100" cy="4429125"/>
          </a:xfrm>
          <a:prstGeom prst="rect">
            <a:avLst/>
          </a:prstGeom>
          <a:solidFill>
            <a:srgbClr val="009FBB"/>
          </a:solidFill>
          <a:ln>
            <a:noFill/>
          </a:ln>
          <a:effectLst/>
        </p:spPr>
        <p:txBody>
          <a:bodyPr wrap="none" lIns="81622" tIns="40811" rIns="81622" bIns="40811" anchor="ctr"/>
          <a:lstStyle/>
          <a:p>
            <a:endParaRPr lang="fr-FR"/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54002" y="4808753"/>
            <a:ext cx="864493" cy="263779"/>
          </a:xfrm>
          <a:prstGeom prst="rect">
            <a:avLst/>
          </a:prstGeom>
        </p:spPr>
        <p:txBody>
          <a:bodyPr vert="horz" lIns="108829" tIns="54414" rIns="108829" bIns="54414" rtlCol="0" anchor="ctr">
            <a:spAutoFit/>
          </a:bodyPr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95289" y="1923681"/>
            <a:ext cx="8353424" cy="383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08829" tIns="54414" rIns="108829" bIns="54414" numCol="1" anchor="ctr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fr-CA" dirty="0"/>
              <a:t>CLICK TO MODIFY TITLE</a:t>
            </a:r>
            <a:endParaRPr lang="fr-FR" dirty="0"/>
          </a:p>
        </p:txBody>
      </p:sp>
      <p:sp>
        <p:nvSpPr>
          <p:cNvPr id="7" name="Freeform 29"/>
          <p:cNvSpPr>
            <a:spLocks/>
          </p:cNvSpPr>
          <p:nvPr userDrawn="1"/>
        </p:nvSpPr>
        <p:spPr bwMode="auto">
          <a:xfrm>
            <a:off x="1589" y="2628902"/>
            <a:ext cx="9150350" cy="1884760"/>
          </a:xfrm>
          <a:custGeom>
            <a:avLst/>
            <a:gdLst>
              <a:gd name="T0" fmla="*/ 5764 w 5764"/>
              <a:gd name="T1" fmla="*/ 0 h 1583"/>
              <a:gd name="T2" fmla="*/ 0 w 5764"/>
              <a:gd name="T3" fmla="*/ 1565 h 158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764" h="1583">
                <a:moveTo>
                  <a:pt x="5764" y="0"/>
                </a:moveTo>
                <a:cubicBezTo>
                  <a:pt x="5041" y="1350"/>
                  <a:pt x="1031" y="1583"/>
                  <a:pt x="0" y="1565"/>
                </a:cubicBezTo>
              </a:path>
            </a:pathLst>
          </a:custGeom>
          <a:noFill/>
          <a:ln w="12700">
            <a:solidFill>
              <a:srgbClr val="C1CFE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1622" tIns="40811" rIns="81622" bIns="40811"/>
          <a:lstStyle/>
          <a:p>
            <a:endParaRPr lang="fr-FR"/>
          </a:p>
        </p:txBody>
      </p:sp>
      <p:pic>
        <p:nvPicPr>
          <p:cNvPr id="8" name="Image 7" descr="CIRAIG_coul_eng_websi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163" y="4808753"/>
            <a:ext cx="1201406" cy="2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187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51520" y="4803775"/>
            <a:ext cx="864493" cy="273845"/>
          </a:xfrm>
          <a:prstGeom prst="rect">
            <a:avLst/>
          </a:prstGeom>
        </p:spPr>
        <p:txBody>
          <a:bodyPr vert="horz" lIns="108829" tIns="54414" rIns="108829" bIns="54414" rtlCol="0" anchor="ctr">
            <a:spAutoFit/>
          </a:bodyPr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95289" y="1923681"/>
            <a:ext cx="8353424" cy="383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08829" tIns="54414" rIns="108829" bIns="54414" numCol="1" anchor="ctr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CA" dirty="0"/>
              <a:t>CLICK TO MODIFY TITLE</a:t>
            </a:r>
            <a:endParaRPr lang="fr-FR" dirty="0"/>
          </a:p>
        </p:txBody>
      </p:sp>
      <p:sp>
        <p:nvSpPr>
          <p:cNvPr id="7" name="Freeform 29"/>
          <p:cNvSpPr>
            <a:spLocks/>
          </p:cNvSpPr>
          <p:nvPr userDrawn="1"/>
        </p:nvSpPr>
        <p:spPr bwMode="auto">
          <a:xfrm>
            <a:off x="1589" y="2628902"/>
            <a:ext cx="9150350" cy="1884760"/>
          </a:xfrm>
          <a:custGeom>
            <a:avLst/>
            <a:gdLst>
              <a:gd name="T0" fmla="*/ 5764 w 5764"/>
              <a:gd name="T1" fmla="*/ 0 h 1583"/>
              <a:gd name="T2" fmla="*/ 0 w 5764"/>
              <a:gd name="T3" fmla="*/ 1565 h 158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764" h="1583">
                <a:moveTo>
                  <a:pt x="5764" y="0"/>
                </a:moveTo>
                <a:cubicBezTo>
                  <a:pt x="5041" y="1350"/>
                  <a:pt x="1031" y="1583"/>
                  <a:pt x="0" y="1565"/>
                </a:cubicBezTo>
              </a:path>
            </a:pathLst>
          </a:custGeom>
          <a:noFill/>
          <a:ln w="12700">
            <a:solidFill>
              <a:srgbClr val="C1CFE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1622" tIns="40811" rIns="81622" bIns="40811"/>
          <a:lstStyle/>
          <a:p>
            <a:endParaRPr lang="fr-FR"/>
          </a:p>
        </p:txBody>
      </p:sp>
      <p:cxnSp>
        <p:nvCxnSpPr>
          <p:cNvPr id="8" name="Connecteur droit 7"/>
          <p:cNvCxnSpPr/>
          <p:nvPr userDrawn="1"/>
        </p:nvCxnSpPr>
        <p:spPr>
          <a:xfrm>
            <a:off x="323528" y="2409732"/>
            <a:ext cx="8604448" cy="0"/>
          </a:xfrm>
          <a:prstGeom prst="line">
            <a:avLst/>
          </a:prstGeom>
          <a:ln w="57150" cmpd="sng">
            <a:solidFill>
              <a:srgbClr val="009F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 8" descr="CIRAIG_coul_eng_websi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163" y="4808753"/>
            <a:ext cx="1201406" cy="2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918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655196-CDCD-FA37-47C4-A7C93B60D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1BD10-EB0B-01F8-B5D3-F0685EBE9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C8576-27EF-FE72-60FB-811C9475D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4A4133-F15D-4EA7-BDB9-7E7149045776}" type="datetimeFigureOut">
              <a:rPr lang="en-CA" smtClean="0"/>
              <a:t>2026-03-19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CD2C0-0FB5-75E2-D533-E2E3D0F3A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6D3DC-90C7-DEAB-01A3-A83F52FCA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A3D50-E764-A54D-960F-893C6A585FB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27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653" r:id="rId13"/>
    <p:sldLayoutId id="2147483669" r:id="rId14"/>
    <p:sldLayoutId id="2147483671" r:id="rId15"/>
    <p:sldLayoutId id="2147483672" r:id="rId16"/>
    <p:sldLayoutId id="2147483673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9" userDrawn="1">
          <p15:clr>
            <a:srgbClr val="F26B43"/>
          </p15:clr>
        </p15:guide>
        <p15:guide id="2" pos="5511" userDrawn="1">
          <p15:clr>
            <a:srgbClr val="F26B43"/>
          </p15:clr>
        </p15:guide>
        <p15:guide id="3" orient="horz" pos="486" userDrawn="1">
          <p15:clr>
            <a:srgbClr val="F26B43"/>
          </p15:clr>
        </p15:guide>
        <p15:guide id="4" orient="horz" pos="30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anaconda.com/products/individual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47AE876-F2FF-43F9-ABC0-5CFF64C31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64766"/>
            <a:ext cx="3744416" cy="2790508"/>
          </a:xfrm>
        </p:spPr>
        <p:txBody>
          <a:bodyPr/>
          <a:lstStyle/>
          <a:p>
            <a:r>
              <a:rPr lang="en-US" sz="2000" dirty="0"/>
              <a:t>Installation of Anaconda (or Miniconda) (</a:t>
            </a:r>
            <a:r>
              <a:rPr lang="en-US" sz="2000" dirty="0">
                <a:hlinkClick r:id="rId2"/>
              </a:rPr>
              <a:t>https://www.anaconda.com/products/individual</a:t>
            </a:r>
            <a:r>
              <a:rPr lang="en-US" sz="2000" dirty="0"/>
              <a:t>), which are both distribution software for Python.</a:t>
            </a:r>
          </a:p>
          <a:p>
            <a:endParaRPr lang="en-US" sz="2000" dirty="0"/>
          </a:p>
          <a:p>
            <a:r>
              <a:rPr lang="en-US" sz="2000" dirty="0"/>
              <a:t>Once Anaconda is installed, open “Anaconda Prompt.”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F94C77-1465-49F1-809E-8D50CF2BC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Installing Anaconda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788A1-74FE-47FA-A4CB-6FA52C31F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E1A3D50-E764-A54D-960F-893C6A585FBE}" type="slidenum">
              <a:rPr lang="fr-FR" smtClean="0"/>
              <a:pPr/>
              <a:t>0</a:t>
            </a:fld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B934F2-27A2-4095-B4D2-0203CE5744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488" r="5113" b="27600"/>
          <a:stretch/>
        </p:blipFill>
        <p:spPr>
          <a:xfrm>
            <a:off x="4355976" y="987574"/>
            <a:ext cx="4320480" cy="349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456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970F48-FECD-468B-BFB7-75D967FC7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555526"/>
            <a:ext cx="7632847" cy="226728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 the ‘brightway25_env</a:t>
            </a:r>
            <a:r>
              <a:rPr lang="en-C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CA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yml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from GitHub</a:t>
            </a:r>
            <a:r>
              <a:rPr lang="en-C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then run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CA" sz="2000" dirty="0" err="1"/>
              <a:t>conda</a:t>
            </a:r>
            <a:r>
              <a:rPr lang="en-CA" sz="2000" dirty="0"/>
              <a:t> env create -f env_bw25.yml --solver </a:t>
            </a:r>
            <a:r>
              <a:rPr lang="en-CA" sz="2000" dirty="0" err="1"/>
              <a:t>libmamba</a:t>
            </a:r>
            <a:endParaRPr lang="en-CA" sz="2000" dirty="0"/>
          </a:p>
          <a:p>
            <a:r>
              <a:rPr lang="en-CA" sz="2000" dirty="0" err="1"/>
              <a:t>conda</a:t>
            </a:r>
            <a:r>
              <a:rPr lang="en-CA" sz="2000" dirty="0"/>
              <a:t> activate brightway25</a:t>
            </a:r>
          </a:p>
          <a:p>
            <a:r>
              <a:rPr lang="en-CA" sz="2000" dirty="0"/>
              <a:t>pip uninstall -y peewee</a:t>
            </a:r>
          </a:p>
          <a:p>
            <a:r>
              <a:rPr lang="en-CA" sz="2000" dirty="0"/>
              <a:t>pip install peewee==3.16.2</a:t>
            </a:r>
          </a:p>
          <a:p>
            <a:r>
              <a:rPr lang="en-CA" sz="2000" dirty="0"/>
              <a:t>jupyter lab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4DDFC9-AA8B-4C8C-ABDF-94CDA3BB4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Create virtual environment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BF38C-9650-4B0D-B6CF-213B95D66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E1A3D50-E764-A54D-960F-893C6A585FBE}" type="slidenum">
              <a:rPr lang="fr-FR" smtClean="0"/>
              <a:pPr/>
              <a:t>1</a:t>
            </a:fld>
            <a:endParaRPr lang="fr-FR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CE1FA2-9EC0-E957-A619-8095BD064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29" y="2874930"/>
            <a:ext cx="8353177" cy="39562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90B33B-393F-C9F1-F971-9B3A34E66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29" y="3499589"/>
            <a:ext cx="4470535" cy="2763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3B222F0-5A18-22DF-4CE0-9C3F3AAE3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64" y="4667075"/>
            <a:ext cx="4016391" cy="27384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E943E9-E657-E715-495B-1DD3441E8E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8057"/>
          <a:stretch>
            <a:fillRect/>
          </a:stretch>
        </p:blipFill>
        <p:spPr>
          <a:xfrm>
            <a:off x="677529" y="3916827"/>
            <a:ext cx="4896533" cy="22526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8575218-B45E-333B-DB12-9BA31FB6A7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6757" b="40806"/>
          <a:stretch>
            <a:fillRect/>
          </a:stretch>
        </p:blipFill>
        <p:spPr>
          <a:xfrm>
            <a:off x="698964" y="4295555"/>
            <a:ext cx="4896533" cy="23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076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2683</TotalTime>
  <Words>88</Words>
  <Application>Microsoft Office PowerPoint</Application>
  <PresentationFormat>On-screen Show (16:9)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Installing Anaconda</vt:lpstr>
      <vt:lpstr>Create virtual environment</vt:lpstr>
    </vt:vector>
  </TitlesOfParts>
  <Manager/>
  <Company>CIRAIG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Jean-François Ménard</dc:creator>
  <cp:keywords/>
  <dc:description/>
  <cp:lastModifiedBy>Zirui Tang</cp:lastModifiedBy>
  <cp:revision>169</cp:revision>
  <dcterms:created xsi:type="dcterms:W3CDTF">2019-05-09T18:24:41Z</dcterms:created>
  <dcterms:modified xsi:type="dcterms:W3CDTF">2026-03-19T19:11:50Z</dcterms:modified>
  <cp:category/>
</cp:coreProperties>
</file>